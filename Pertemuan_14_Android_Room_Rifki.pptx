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Android 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Android Room adalah library dari Android Jetpack yang membantu pengelolaan database SQLite dengan lebih mudah, aman, dan efisien.</a:t>
            </a:r>
          </a:p>
          <a:p>
            <a:pPr>
              <a:defRPr sz="2000">
                <a:solidFill>
                  <a:srgbClr val="282828"/>
                </a:solidFill>
              </a:defRPr>
            </a:pP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Dengan Room, pengembang dapat membuat aplikasi yang bekerja secara offline dengan sinkronisasi otomatis saat online.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Tujuan 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• Menyederhanakan penggunaan SQLite dalam aplikasi Android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Menyediakan abstraksi untuk mengelola data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Menjamin keamanan data dan konsistensi antar tabel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Komponen Utama 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1. Database Class – Titik utama yang berfungsi sebagai penghubung ke database.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2. Data Entities – Representasi tabel dalam bentuk kelas.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3. Data Access Object (DAO) – Antarmuka yang berisi query SQL untuk akses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Langkah Implementasi 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1. Tambahkan dependencies Room ke Gradle.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2. Buat kelas Entity untuk mendefinisikan struktur tabel.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3. Buat DAO untuk mengatur query database.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4. Buat kelas RoomDatabase sebagai abstraksi database utama.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5. Tambahkan Repository dan ViewModel untuk memisahkan logika data dari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Implementasi Room (Lanjutan)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6. Inisialisasi ViewHolder dan Adapter untuk menampilkan data.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7. Gunakan Fragment untuk menampilkan dan mengelola input data.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8. Hubungkan data ke layout XML melalui ViewModel.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9. Gunakan LiveData untuk pembaruan data secara otomatis.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Perbandingan: Object Relation vs POJO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• Object Relation tidak diizinkan di Room karena dapat menyebabkan masalah performa.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POJO (Plain Old Java Object) digunakan untuk representasi entitas.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POJO memungkinkan penggunaan query join agar beberapa tabel bisa digabungkan dengan efisien.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Implementasi POJO dan Query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POJO digunakan untuk menyimpan data hasil join antar tabel.</a:t>
            </a:r>
          </a:p>
          <a:p>
            <a:pPr>
              <a:defRPr sz="2000">
                <a:solidFill>
                  <a:srgbClr val="282828"/>
                </a:solidFill>
              </a:defRPr>
            </a:pP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Contoh: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@Entity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public class User {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   @PrimaryKey(autoGenerate = true)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   public int id;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   public String name;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}</a:t>
            </a:r>
          </a:p>
          <a:p>
            <a:pPr>
              <a:defRPr sz="2000">
                <a:solidFill>
                  <a:srgbClr val="282828"/>
                </a:solidFill>
              </a:defRPr>
            </a:pP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@Dao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public interface UserDao {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   @Query("SELECT * FROM user")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   List&lt;User&gt; getAllUsers();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• Room memudahkan manajemen database di Android.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Mengurangi boilerplate code dibandingkan SQLite langsung.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Dapat digunakan bersama LiveData dan ViewModel untuk arsitektur modern.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Direkomendasikan untuk aplikasi Android dengan fitur offline dan data terstruktur.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